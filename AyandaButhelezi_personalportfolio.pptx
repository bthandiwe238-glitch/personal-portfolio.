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74" r:id="rId11"/>
    <p:sldId id="276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260" autoAdjust="0"/>
  </p:normalViewPr>
  <p:slideViewPr>
    <p:cSldViewPr snapToGrid="0">
      <p:cViewPr varScale="1">
        <p:scale>
          <a:sx n="79" d="100"/>
          <a:sy n="79" d="100"/>
        </p:scale>
        <p:origin x="120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folio-deployment-8o7g.bolt.host/" TargetMode="External"/><Relationship Id="rId2" Type="http://schemas.openxmlformats.org/officeDocument/2006/relationships/hyperlink" Target="mailto:bthandiwe238@gmail.com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74" y="406401"/>
            <a:ext cx="5638626" cy="2850864"/>
          </a:xfrm>
        </p:spPr>
        <p:txBody>
          <a:bodyPr/>
          <a:lstStyle/>
          <a:p>
            <a:r>
              <a:rPr lang="en-US" dirty="0"/>
              <a:t>Professional Personal Portfolio Website​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934" y="3257264"/>
            <a:ext cx="4989628" cy="816022"/>
          </a:xfrm>
        </p:spPr>
        <p:txBody>
          <a:bodyPr>
            <a:normAutofit/>
          </a:bodyPr>
          <a:lstStyle/>
          <a:p>
            <a:r>
              <a:rPr lang="en-US" dirty="0"/>
              <a:t> Ayanda Buthelezi​</a:t>
            </a:r>
          </a:p>
          <a:p>
            <a:r>
              <a:rPr lang="en-US" dirty="0"/>
              <a:t>Aspiring Cybersecurity Professional​</a:t>
            </a:r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1" y="2747550"/>
            <a:ext cx="5309918" cy="2872039"/>
          </a:xfrm>
        </p:spPr>
        <p:txBody>
          <a:bodyPr/>
          <a:lstStyle/>
          <a:p>
            <a:r>
              <a:rPr lang="en-US" dirty="0"/>
              <a:t>Objective: Build a professional portfolio website.​</a:t>
            </a:r>
          </a:p>
          <a:p>
            <a:r>
              <a:rPr lang="en-US" dirty="0"/>
              <a:t>Showcase skills, education, certifications and projects.​</a:t>
            </a:r>
          </a:p>
          <a:p>
            <a:r>
              <a:rPr lang="en-US" dirty="0"/>
              <a:t>Create a strong online presence for employers.​</a:t>
            </a:r>
          </a:p>
          <a:p>
            <a:r>
              <a:rPr lang="en-US" dirty="0"/>
              <a:t>Deploy website online for public access.​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81E3D-54C8-4A85-9DAB-CE41C50E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3802946B-CCE3-410C-94E7-47B2DFBB5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069" y="695093"/>
            <a:ext cx="4919354" cy="667498"/>
          </a:xfrm>
        </p:spPr>
        <p:txBody>
          <a:bodyPr/>
          <a:lstStyle/>
          <a:p>
            <a:r>
              <a:rPr lang="en-US" dirty="0"/>
              <a:t>Website features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9594" y="1873816"/>
            <a:ext cx="2932726" cy="3624776"/>
          </a:xfrm>
        </p:spPr>
        <p:txBody>
          <a:bodyPr/>
          <a:lstStyle/>
          <a:p>
            <a:r>
              <a:rPr lang="en-US" dirty="0"/>
              <a:t>• Home Page​</a:t>
            </a:r>
          </a:p>
          <a:p>
            <a:r>
              <a:rPr lang="en-US" dirty="0"/>
              <a:t>• About Me​</a:t>
            </a:r>
          </a:p>
          <a:p>
            <a:r>
              <a:rPr lang="en-US" dirty="0"/>
              <a:t>• Skills​</a:t>
            </a:r>
          </a:p>
          <a:p>
            <a:r>
              <a:rPr lang="en-US" dirty="0"/>
              <a:t>• Projects​</a:t>
            </a:r>
          </a:p>
          <a:p>
            <a:r>
              <a:rPr lang="en-US" dirty="0"/>
              <a:t>• Education​</a:t>
            </a:r>
          </a:p>
          <a:p>
            <a:r>
              <a:rPr lang="en-US" dirty="0"/>
              <a:t>• Certifications​</a:t>
            </a:r>
          </a:p>
          <a:p>
            <a:r>
              <a:rPr lang="en-US" dirty="0"/>
              <a:t>• Contact Section​</a:t>
            </a:r>
          </a:p>
          <a:p>
            <a:r>
              <a:rPr lang="en-US" dirty="0"/>
              <a:t>• Downloadable CV​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0E6E7-FE9E-4C88-8036-BAF0835CC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6" name="Date Placeholder 75">
            <a:extLst>
              <a:ext uri="{FF2B5EF4-FFF2-40B4-BE49-F238E27FC236}">
                <a16:creationId xmlns:a16="http://schemas.microsoft.com/office/drawing/2014/main" id="{AA6DE5DF-92EA-4EA8-B311-E5E4A8C2A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716" y="1823625"/>
            <a:ext cx="4719884" cy="580030"/>
          </a:xfrm>
        </p:spPr>
        <p:txBody>
          <a:bodyPr/>
          <a:lstStyle/>
          <a:p>
            <a:r>
              <a:rPr lang="en-US" dirty="0"/>
              <a:t>Design user &amp; experience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6F30711-3932-4012-B6C1-3B270E12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7312" y="3429000"/>
            <a:ext cx="6571488" cy="1616414"/>
          </a:xfrm>
        </p:spPr>
        <p:txBody>
          <a:bodyPr/>
          <a:lstStyle/>
          <a:p>
            <a:r>
              <a:rPr lang="en-US" dirty="0"/>
              <a:t>​Responsive design for desktop, tablet and mobile​</a:t>
            </a:r>
          </a:p>
          <a:p>
            <a:r>
              <a:rPr lang="en-US" dirty="0"/>
              <a:t>Modern cybersecurity-inspired theme​</a:t>
            </a:r>
          </a:p>
          <a:p>
            <a:r>
              <a:rPr lang="en-US" dirty="0"/>
              <a:t>Easy navigation with smooth scrolling​</a:t>
            </a:r>
          </a:p>
          <a:p>
            <a:r>
              <a:rPr lang="en-US" dirty="0"/>
              <a:t>Professional layout and accessibility​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344E8-12AB-4BC6-9FA0-D3FFCDFD1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FBEEF-2BDC-48F9-ACA2-5A9324E7B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C3CA95-BC39-41C4-9B87-98BB7EA2D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18" y="1166290"/>
            <a:ext cx="4936277" cy="575890"/>
          </a:xfrm>
        </p:spPr>
        <p:txBody>
          <a:bodyPr/>
          <a:lstStyle/>
          <a:p>
            <a:r>
              <a:rPr lang="en-US" dirty="0"/>
              <a:t>Skills highlighted</a:t>
            </a: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E239EA0A-BE2A-46D5-876A-5614B0A7CF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0069" y="2568679"/>
            <a:ext cx="3008631" cy="348162"/>
          </a:xfrm>
        </p:spPr>
        <p:txBody>
          <a:bodyPr/>
          <a:lstStyle/>
          <a:p>
            <a:r>
              <a:rPr lang="en-US" dirty="0"/>
              <a:t>TECHNICAL SKILLS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92FDC44E-20CB-4210-8DA6-F83A46B39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069" y="2861988"/>
            <a:ext cx="3008630" cy="2319612"/>
          </a:xfrm>
        </p:spPr>
        <p:txBody>
          <a:bodyPr/>
          <a:lstStyle/>
          <a:p>
            <a:r>
              <a:rPr lang="en-US" dirty="0"/>
              <a:t>• Cybersecurity Fundamentals​</a:t>
            </a:r>
          </a:p>
          <a:p>
            <a:r>
              <a:rPr lang="en-US" dirty="0"/>
              <a:t>• Linux​</a:t>
            </a:r>
          </a:p>
          <a:p>
            <a:r>
              <a:rPr lang="en-US" dirty="0"/>
              <a:t>• Network Security​</a:t>
            </a:r>
          </a:p>
          <a:p>
            <a:r>
              <a:rPr lang="en-US" dirty="0"/>
              <a:t>• Wireshark​</a:t>
            </a:r>
          </a:p>
          <a:p>
            <a:r>
              <a:rPr lang="en-US" dirty="0"/>
              <a:t>• Nmap​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C9BBBD5-3078-4A97-8E7D-F5F839845B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3979" y="2568679"/>
            <a:ext cx="3008631" cy="348162"/>
          </a:xfrm>
        </p:spPr>
        <p:txBody>
          <a:bodyPr/>
          <a:lstStyle/>
          <a:p>
            <a:r>
              <a:rPr lang="en-US" dirty="0"/>
              <a:t>SOFT SKILLS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CDBDA856-8CC1-449E-B621-022F99358F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13979" y="2861988"/>
            <a:ext cx="3008630" cy="2319612"/>
          </a:xfrm>
        </p:spPr>
        <p:txBody>
          <a:bodyPr/>
          <a:lstStyle/>
          <a:p>
            <a:r>
              <a:rPr lang="en-US" dirty="0"/>
              <a:t>• Problem Solving​</a:t>
            </a:r>
          </a:p>
          <a:p>
            <a:r>
              <a:rPr lang="en-US" dirty="0"/>
              <a:t>• Communication​</a:t>
            </a:r>
          </a:p>
          <a:p>
            <a:r>
              <a:rPr lang="en-US" dirty="0"/>
              <a:t>• Critical Thinking​</a:t>
            </a:r>
            <a:endParaRPr lang="en-ZA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5EC8A42-193D-43A9-B162-8977ADBDB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DD70FC9-BBF2-4AF1-9A64-0FB92168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0B1681CB-9789-4D10-B109-32AB0A075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F92EC24E-3E0A-471B-9A70-B29306D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555" y="1823626"/>
            <a:ext cx="4569572" cy="580029"/>
          </a:xfrm>
        </p:spPr>
        <p:txBody>
          <a:bodyPr/>
          <a:lstStyle/>
          <a:p>
            <a:r>
              <a:rPr lang="en-US" dirty="0" err="1"/>
              <a:t>ProJECT</a:t>
            </a:r>
            <a:r>
              <a:rPr lang="en-US" dirty="0"/>
              <a:t> SHOWCASE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B0040E8-BBFE-4B5E-9ADF-88F6C234CB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956595" y="2807310"/>
            <a:ext cx="5824073" cy="3774006"/>
          </a:xfrm>
        </p:spPr>
        <p:txBody>
          <a:bodyPr/>
          <a:lstStyle/>
          <a:p>
            <a:pPr algn="l"/>
            <a:r>
              <a:rPr lang="en-US" dirty="0"/>
              <a:t>1. Horizon Dashboard​</a:t>
            </a:r>
          </a:p>
          <a:p>
            <a:pPr algn="l"/>
            <a:r>
              <a:rPr lang="en-US" dirty="0"/>
              <a:t>React &amp; Tailwind analytics dashboard​</a:t>
            </a:r>
          </a:p>
          <a:p>
            <a:pPr algn="l"/>
            <a:r>
              <a:rPr lang="en-US" dirty="0"/>
              <a:t>2. Cybersecurity Awareness Website​</a:t>
            </a:r>
          </a:p>
          <a:p>
            <a:pPr algn="l"/>
            <a:r>
              <a:rPr lang="en-US" dirty="0"/>
              <a:t>Online safety and security education​</a:t>
            </a:r>
          </a:p>
          <a:p>
            <a:pPr algn="l"/>
            <a:r>
              <a:rPr lang="en-US" dirty="0"/>
              <a:t>3. Network Scanning Lab​</a:t>
            </a:r>
          </a:p>
          <a:p>
            <a:pPr algn="l"/>
            <a:r>
              <a:rPr lang="en-US" dirty="0"/>
              <a:t>Network discovery and analysis using Nmap​</a:t>
            </a:r>
            <a:endParaRPr lang="en-Z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18AC5-F86F-4C67-A6CE-942AB696B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0B7A-39DA-4D7C-96BB-B2A9565A4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1D14AAB3-2E60-4AAE-8C5D-843AD9A98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011919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8A6AD16E-8FB5-4AC7-941E-313FBED6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441" y="1259911"/>
            <a:ext cx="5124189" cy="492302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3F3E4C8-A3E9-4D1E-AAF8-A6C4EF21F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2020436"/>
            <a:ext cx="4856479" cy="2413388"/>
          </a:xfrm>
        </p:spPr>
        <p:txBody>
          <a:bodyPr/>
          <a:lstStyle/>
          <a:p>
            <a:r>
              <a:rPr lang="en-US" dirty="0"/>
              <a:t>AI Tools: </a:t>
            </a:r>
            <a:r>
              <a:rPr lang="en-US" dirty="0" err="1"/>
              <a:t>Bolt.new</a:t>
            </a:r>
            <a:r>
              <a:rPr lang="en-US" dirty="0"/>
              <a:t>, ChatGPT, GitHub Copilot​</a:t>
            </a:r>
          </a:p>
          <a:p>
            <a:r>
              <a:rPr lang="en-US" dirty="0"/>
              <a:t>Frontend: HTML, CSS, JavaScript, React​</a:t>
            </a:r>
          </a:p>
          <a:p>
            <a:r>
              <a:rPr lang="en-US" dirty="0"/>
              <a:t>Styling: Tailwind CSS​</a:t>
            </a:r>
          </a:p>
          <a:p>
            <a:r>
              <a:rPr lang="en-US" dirty="0"/>
              <a:t>Version Control: Git &amp; GitHub​</a:t>
            </a:r>
          </a:p>
          <a:p>
            <a:r>
              <a:rPr lang="en-US" dirty="0"/>
              <a:t>Deployment: </a:t>
            </a:r>
            <a:r>
              <a:rPr lang="en-US" dirty="0" err="1"/>
              <a:t>Vercel</a:t>
            </a:r>
            <a:r>
              <a:rPr lang="en-US" dirty="0"/>
              <a:t> / GitHub Pages​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2EB208E-E68C-4B43-8AD1-6B9A7F5F5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12822BD-8CF7-4472-A607-0DD012817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FEA145A6-660C-42A7-85AF-AF42E3C0A89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58C1F07E-94CC-45BF-8EE6-8CD7BD89C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946034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F64F-97D1-BF96-6289-CC085302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A04BC76F-0E40-CA23-D028-8B39268E6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441" y="1259911"/>
            <a:ext cx="5124189" cy="49230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505081F-A00F-A925-B2D8-20C7944F0B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79441" y="2020436"/>
            <a:ext cx="4856479" cy="2413388"/>
          </a:xfrm>
        </p:spPr>
        <p:txBody>
          <a:bodyPr/>
          <a:lstStyle/>
          <a:p>
            <a:r>
              <a:rPr lang="en-US" dirty="0"/>
              <a:t>This portfolio website demonstrates my professional profile, cybersecurity interests, technical skills, projects and qualifications. It serves as a platform to showcase my abilities to potential employers and opportunities in the cybersecurity field.​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23426A1-EDA1-49AA-F324-83F306144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E07EB4-6C72-4FFB-479E-8A7C5E218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FEA145A6-660C-42A7-85AF-AF42E3C0A89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C5038D64-5ADE-35BE-7700-3626496A6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568099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531676"/>
            <a:ext cx="4989628" cy="17565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Ayanda Buthelezi​​</a:t>
            </a:r>
          </a:p>
          <a:p>
            <a:r>
              <a:rPr lang="en-US" dirty="0"/>
              <a:t>078-902-8356</a:t>
            </a:r>
          </a:p>
          <a:p>
            <a:r>
              <a:rPr lang="en-US" dirty="0">
                <a:hlinkClick r:id="rId2"/>
              </a:rPr>
              <a:t>bthandiwe238@gmail.com</a:t>
            </a:r>
            <a:endParaRPr lang="en-US" dirty="0"/>
          </a:p>
          <a:p>
            <a:r>
              <a:rPr lang="en-ZA" dirty="0">
                <a:hlinkClick r:id="rId3"/>
              </a:rPr>
              <a:t>Ayanda Buthelezi — Aspiring Cybersecurity Professional</a:t>
            </a:r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6332EFB-A5F4-469F-9C70-AB8197068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rPr lang="en-US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turistic Pitch Deck_TM56488565_Win32_JC_SL_v4" id="{6C16C3F5-3ABD-4B2B-B436-2E1E9CE9969F}" vid="{647D9492-9D63-44AA-8DEA-C98668FC47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39115f-867f-4f56-b31b-1eb144c2028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2AC0BC1F822498EC732C54B05F917" ma:contentTypeVersion="5" ma:contentTypeDescription="Create a new document." ma:contentTypeScope="" ma:versionID="c0b948ec922560c99617560d9b40e088">
  <xsd:schema xmlns:xsd="http://www.w3.org/2001/XMLSchema" xmlns:xs="http://www.w3.org/2001/XMLSchema" xmlns:p="http://schemas.microsoft.com/office/2006/metadata/properties" xmlns:ns3="3939115f-867f-4f56-b31b-1eb144c2028c" targetNamespace="http://schemas.microsoft.com/office/2006/metadata/properties" ma:root="true" ma:fieldsID="ab1351a90e04cf0a01566b58f058ea9c" ns3:_="">
    <xsd:import namespace="3939115f-867f-4f56-b31b-1eb144c2028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9115f-867f-4f56-b31b-1eb144c2028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1989D7-CF02-4DC5-9433-98B600ACA0D7}">
  <ds:schemaRefs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3939115f-867f-4f56-b31b-1eb144c2028c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AA00BC-487D-45C2-8E29-9B9240E00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9115f-867f-4f56-b31b-1eb144c202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Futuristic pitch deck</Template>
  <TotalTime>98</TotalTime>
  <Words>338</Words>
  <Application>Microsoft Office PowerPoint</Application>
  <PresentationFormat>Widescreen</PresentationFormat>
  <Paragraphs>78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 Bold</vt:lpstr>
      <vt:lpstr>Courier New</vt:lpstr>
      <vt:lpstr>Daytona Pro Light</vt:lpstr>
      <vt:lpstr>Office Theme</vt:lpstr>
      <vt:lpstr>Professional Personal Portfolio Website​</vt:lpstr>
      <vt:lpstr>Project overview</vt:lpstr>
      <vt:lpstr>Website features</vt:lpstr>
      <vt:lpstr>Design user &amp; experience</vt:lpstr>
      <vt:lpstr>Skills highlighted</vt:lpstr>
      <vt:lpstr>ProJECT SHOWCASE</vt:lpstr>
      <vt:lpstr>TECHNOLOGIES USED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Ayanda Buthelezi</dc:creator>
  <cp:lastModifiedBy>Ayanda Buthelezi</cp:lastModifiedBy>
  <cp:revision>1</cp:revision>
  <dcterms:created xsi:type="dcterms:W3CDTF">2026-08-19T12:48:01Z</dcterms:created>
  <dcterms:modified xsi:type="dcterms:W3CDTF">2026-08-19T14:26:37Z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0x0101002D62AC0BC1F822498EC732C54B05F917</vt:lpwstr>
  </property>
</Properties>
</file>